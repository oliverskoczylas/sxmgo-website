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5"/>
  </p:sldMasterIdLst>
  <p:sldIdLst>
    <p:sldId id="256" r:id="rId6"/>
    <p:sldId id="264" r:id="rId7"/>
    <p:sldId id="257" r:id="rId8"/>
    <p:sldId id="259" r:id="rId9"/>
    <p:sldId id="265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40BFC0-AAD5-F69F-A20F-E396BAC3A06E}" v="6" dt="2026-01-22T15:43:38.355"/>
    <p1510:client id="{25A4BA89-F346-B9F5-072A-C59F3000D912}" v="29" dt="2026-01-22T01:41:11.786"/>
    <p1510:client id="{7900E160-2C1B-44E4-866C-A75E18842F00}" v="245" dt="2026-01-22T17:54:37.130"/>
    <p1510:client id="{7A2F827E-17F2-EC45-C462-4FA429A440F9}" v="20" dt="2026-01-21T23:26:28.108"/>
    <p1510:client id="{8F09B122-4197-1866-77E3-F3A8D76BA39C}" v="543" dt="2026-01-22T16:01:14.577"/>
    <p1510:client id="{9B7762AD-40C2-D782-940E-34E0D013B352}" v="37" dt="2026-01-22T18:02:48.741"/>
    <p1510:client id="{B0EDD7CE-4A6C-33C8-9DEF-9C996E406F34}" v="85" dt="2026-01-22T16:57:56.997"/>
    <p1510:client id="{C7FD1DFA-ED21-5BA7-6FC0-38FC9A061F0A}" v="53" dt="2026-01-22T03:41:47.0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Knipe" userId="S::tjknipe@ua.edu::bc2bf98f-dbb4-4566-8e3f-f81b81631c5a" providerId="AD" clId="Web-{8F09B122-4197-1866-77E3-F3A8D76BA39C}"/>
    <pc:docChg chg="delSld modSld sldOrd">
      <pc:chgData name="Taylor Knipe" userId="S::tjknipe@ua.edu::bc2bf98f-dbb4-4566-8e3f-f81b81631c5a" providerId="AD" clId="Web-{8F09B122-4197-1866-77E3-F3A8D76BA39C}" dt="2026-01-22T16:01:14.577" v="541" actId="20577"/>
      <pc:docMkLst>
        <pc:docMk/>
      </pc:docMkLst>
      <pc:sldChg chg="modSp">
        <pc:chgData name="Taylor Knipe" userId="S::tjknipe@ua.edu::bc2bf98f-dbb4-4566-8e3f-f81b81631c5a" providerId="AD" clId="Web-{8F09B122-4197-1866-77E3-F3A8D76BA39C}" dt="2026-01-22T16:01:14.577" v="541" actId="20577"/>
        <pc:sldMkLst>
          <pc:docMk/>
          <pc:sldMk cId="0" sldId="257"/>
        </pc:sldMkLst>
        <pc:spChg chg="mod">
          <ac:chgData name="Taylor Knipe" userId="S::tjknipe@ua.edu::bc2bf98f-dbb4-4566-8e3f-f81b81631c5a" providerId="AD" clId="Web-{8F09B122-4197-1866-77E3-F3A8D76BA39C}" dt="2026-01-22T15:52:44.450" v="294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Taylor Knipe" userId="S::tjknipe@ua.edu::bc2bf98f-dbb4-4566-8e3f-f81b81631c5a" providerId="AD" clId="Web-{8F09B122-4197-1866-77E3-F3A8D76BA39C}" dt="2026-01-22T16:01:14.577" v="541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Taylor Knipe" userId="S::tjknipe@ua.edu::bc2bf98f-dbb4-4566-8e3f-f81b81631c5a" providerId="AD" clId="Web-{8F09B122-4197-1866-77E3-F3A8D76BA39C}" dt="2026-01-22T16:00:02.805" v="518"/>
        <pc:sldMkLst>
          <pc:docMk/>
          <pc:sldMk cId="0" sldId="258"/>
        </pc:sldMkLst>
      </pc:sldChg>
      <pc:sldChg chg="modSp ord">
        <pc:chgData name="Taylor Knipe" userId="S::tjknipe@ua.edu::bc2bf98f-dbb4-4566-8e3f-f81b81631c5a" providerId="AD" clId="Web-{8F09B122-4197-1866-77E3-F3A8D76BA39C}" dt="2026-01-22T16:00:49.700" v="535" actId="20577"/>
        <pc:sldMkLst>
          <pc:docMk/>
          <pc:sldMk cId="3594196503" sldId="264"/>
        </pc:sldMkLst>
        <pc:spChg chg="mod">
          <ac:chgData name="Taylor Knipe" userId="S::tjknipe@ua.edu::bc2bf98f-dbb4-4566-8e3f-f81b81631c5a" providerId="AD" clId="Web-{8F09B122-4197-1866-77E3-F3A8D76BA39C}" dt="2026-01-22T15:43:06.021" v="86" actId="20577"/>
          <ac:spMkLst>
            <pc:docMk/>
            <pc:sldMk cId="3594196503" sldId="264"/>
            <ac:spMk id="2" creationId="{1BAB4A6F-2663-8F04-1D17-D2E4C4BCABCD}"/>
          </ac:spMkLst>
        </pc:spChg>
        <pc:spChg chg="mod">
          <ac:chgData name="Taylor Knipe" userId="S::tjknipe@ua.edu::bc2bf98f-dbb4-4566-8e3f-f81b81631c5a" providerId="AD" clId="Web-{8F09B122-4197-1866-77E3-F3A8D76BA39C}" dt="2026-01-22T16:00:49.700" v="535" actId="20577"/>
          <ac:spMkLst>
            <pc:docMk/>
            <pc:sldMk cId="3594196503" sldId="264"/>
            <ac:spMk id="3" creationId="{5FCACDA7-DF68-28DD-1849-E28A29839DDF}"/>
          </ac:spMkLst>
        </pc:spChg>
      </pc:sldChg>
    </pc:docChg>
  </pc:docChgLst>
  <pc:docChgLst>
    <pc:chgData name="Oliver Skoczylas" userId="S::opskoczylas@crimson.ua.edu::eee03be4-0ba9-4c0b-a439-860f7e5e55d7" providerId="AD" clId="Web-{0640BFC0-AAD5-F69F-A20F-E396BAC3A06E}"/>
    <pc:docChg chg="modSld">
      <pc:chgData name="Oliver Skoczylas" userId="S::opskoczylas@crimson.ua.edu::eee03be4-0ba9-4c0b-a439-860f7e5e55d7" providerId="AD" clId="Web-{0640BFC0-AAD5-F69F-A20F-E396BAC3A06E}" dt="2026-01-22T15:43:38.355" v="4"/>
      <pc:docMkLst>
        <pc:docMk/>
      </pc:docMkLst>
      <pc:sldChg chg="modSp">
        <pc:chgData name="Oliver Skoczylas" userId="S::opskoczylas@crimson.ua.edu::eee03be4-0ba9-4c0b-a439-860f7e5e55d7" providerId="AD" clId="Web-{0640BFC0-AAD5-F69F-A20F-E396BAC3A06E}" dt="2026-01-22T15:43:26.324" v="2" actId="20577"/>
        <pc:sldMkLst>
          <pc:docMk/>
          <pc:sldMk cId="0" sldId="262"/>
        </pc:sldMkLst>
        <pc:spChg chg="mod">
          <ac:chgData name="Oliver Skoczylas" userId="S::opskoczylas@crimson.ua.edu::eee03be4-0ba9-4c0b-a439-860f7e5e55d7" providerId="AD" clId="Web-{0640BFC0-AAD5-F69F-A20F-E396BAC3A06E}" dt="2026-01-22T15:43:26.324" v="2" actId="20577"/>
          <ac:spMkLst>
            <pc:docMk/>
            <pc:sldMk cId="0" sldId="262"/>
            <ac:spMk id="6" creationId="{C74DB338-7D4D-7F02-4FEA-E76528A2CD2E}"/>
          </ac:spMkLst>
        </pc:spChg>
      </pc:sldChg>
      <pc:sldChg chg="modSp">
        <pc:chgData name="Oliver Skoczylas" userId="S::opskoczylas@crimson.ua.edu::eee03be4-0ba9-4c0b-a439-860f7e5e55d7" providerId="AD" clId="Web-{0640BFC0-AAD5-F69F-A20F-E396BAC3A06E}" dt="2026-01-22T15:43:38.355" v="4"/>
        <pc:sldMkLst>
          <pc:docMk/>
          <pc:sldMk cId="0" sldId="263"/>
        </pc:sldMkLst>
        <pc:spChg chg="mod">
          <ac:chgData name="Oliver Skoczylas" userId="S::opskoczylas@crimson.ua.edu::eee03be4-0ba9-4c0b-a439-860f7e5e55d7" providerId="AD" clId="Web-{0640BFC0-AAD5-F69F-A20F-E396BAC3A06E}" dt="2026-01-22T15:43:38.355" v="4"/>
          <ac:spMkLst>
            <pc:docMk/>
            <pc:sldMk cId="0" sldId="263"/>
            <ac:spMk id="4" creationId="{881C71F1-7131-DFEA-97A1-C8CF625A6ED9}"/>
          </ac:spMkLst>
        </pc:spChg>
      </pc:sldChg>
    </pc:docChg>
  </pc:docChgLst>
  <pc:docChgLst>
    <pc:chgData name="Taylor Knipe" userId="S::tjknipe@ua.edu::bc2bf98f-dbb4-4566-8e3f-f81b81631c5a" providerId="AD" clId="Web-{7A2F827E-17F2-EC45-C462-4FA429A440F9}"/>
    <pc:docChg chg="addSld modSld">
      <pc:chgData name="Taylor Knipe" userId="S::tjknipe@ua.edu::bc2bf98f-dbb4-4566-8e3f-f81b81631c5a" providerId="AD" clId="Web-{7A2F827E-17F2-EC45-C462-4FA429A440F9}" dt="2026-01-21T23:26:28.108" v="18"/>
      <pc:docMkLst>
        <pc:docMk/>
      </pc:docMkLst>
      <pc:sldChg chg="modSp">
        <pc:chgData name="Taylor Knipe" userId="S::tjknipe@ua.edu::bc2bf98f-dbb4-4566-8e3f-f81b81631c5a" providerId="AD" clId="Web-{7A2F827E-17F2-EC45-C462-4FA429A440F9}" dt="2026-01-21T23:25:02.170" v="17" actId="20577"/>
        <pc:sldMkLst>
          <pc:docMk/>
          <pc:sldMk cId="0" sldId="258"/>
        </pc:sldMkLst>
        <pc:spChg chg="mod">
          <ac:chgData name="Taylor Knipe" userId="S::tjknipe@ua.edu::bc2bf98f-dbb4-4566-8e3f-f81b81631c5a" providerId="AD" clId="Web-{7A2F827E-17F2-EC45-C462-4FA429A440F9}" dt="2026-01-21T23:25:02.170" v="17" actId="20577"/>
          <ac:spMkLst>
            <pc:docMk/>
            <pc:sldMk cId="0" sldId="258"/>
            <ac:spMk id="2" creationId="{00000000-0000-0000-0000-000000000000}"/>
          </ac:spMkLst>
        </pc:spChg>
      </pc:sldChg>
      <pc:sldChg chg="add replId">
        <pc:chgData name="Taylor Knipe" userId="S::tjknipe@ua.edu::bc2bf98f-dbb4-4566-8e3f-f81b81631c5a" providerId="AD" clId="Web-{7A2F827E-17F2-EC45-C462-4FA429A440F9}" dt="2026-01-21T23:24:38.482" v="0"/>
        <pc:sldMkLst>
          <pc:docMk/>
          <pc:sldMk cId="3594196503" sldId="264"/>
        </pc:sldMkLst>
      </pc:sldChg>
      <pc:sldChg chg="add replId">
        <pc:chgData name="Taylor Knipe" userId="S::tjknipe@ua.edu::bc2bf98f-dbb4-4566-8e3f-f81b81631c5a" providerId="AD" clId="Web-{7A2F827E-17F2-EC45-C462-4FA429A440F9}" dt="2026-01-21T23:26:28.108" v="18"/>
        <pc:sldMkLst>
          <pc:docMk/>
          <pc:sldMk cId="2226861677" sldId="265"/>
        </pc:sldMkLst>
      </pc:sldChg>
    </pc:docChg>
  </pc:docChgLst>
  <pc:docChgLst>
    <pc:chgData name="Kaiden Vandegrift" userId="S::kvandegrift@crimson.ua.edu::1ff6bc35-6156-448d-8f2e-8c64c30a3c64" providerId="AD" clId="Web-{9B7762AD-40C2-D782-940E-34E0D013B352}"/>
    <pc:docChg chg="modSld">
      <pc:chgData name="Kaiden Vandegrift" userId="S::kvandegrift@crimson.ua.edu::1ff6bc35-6156-448d-8f2e-8c64c30a3c64" providerId="AD" clId="Web-{9B7762AD-40C2-D782-940E-34E0D013B352}" dt="2026-01-22T18:02:48.741" v="36" actId="20577"/>
      <pc:docMkLst>
        <pc:docMk/>
      </pc:docMkLst>
      <pc:sldChg chg="modSp">
        <pc:chgData name="Kaiden Vandegrift" userId="S::kvandegrift@crimson.ua.edu::1ff6bc35-6156-448d-8f2e-8c64c30a3c64" providerId="AD" clId="Web-{9B7762AD-40C2-D782-940E-34E0D013B352}" dt="2026-01-22T18:02:48.741" v="36" actId="20577"/>
        <pc:sldMkLst>
          <pc:docMk/>
          <pc:sldMk cId="0" sldId="260"/>
        </pc:sldMkLst>
        <pc:spChg chg="mod">
          <ac:chgData name="Kaiden Vandegrift" userId="S::kvandegrift@crimson.ua.edu::1ff6bc35-6156-448d-8f2e-8c64c30a3c64" providerId="AD" clId="Web-{9B7762AD-40C2-D782-940E-34E0D013B352}" dt="2026-01-22T18:02:48.741" v="36" actId="20577"/>
          <ac:spMkLst>
            <pc:docMk/>
            <pc:sldMk cId="0" sldId="260"/>
            <ac:spMk id="3" creationId="{00000000-0000-0000-0000-000000000000}"/>
          </ac:spMkLst>
        </pc:spChg>
      </pc:sldChg>
    </pc:docChg>
  </pc:docChgLst>
  <pc:docChgLst>
    <pc:chgData name="Paul Han" userId="S::ihan@crimson.ua.edu::31d07974-4cbb-4e78-b4f1-cf725bc8692c" providerId="AD" clId="Web-{B0EDD7CE-4A6C-33C8-9DEF-9C996E406F34}"/>
    <pc:docChg chg="modSld">
      <pc:chgData name="Paul Han" userId="S::ihan@crimson.ua.edu::31d07974-4cbb-4e78-b4f1-cf725bc8692c" providerId="AD" clId="Web-{B0EDD7CE-4A6C-33C8-9DEF-9C996E406F34}" dt="2026-01-22T16:57:56.997" v="82" actId="20577"/>
      <pc:docMkLst>
        <pc:docMk/>
      </pc:docMkLst>
      <pc:sldChg chg="modSp">
        <pc:chgData name="Paul Han" userId="S::ihan@crimson.ua.edu::31d07974-4cbb-4e78-b4f1-cf725bc8692c" providerId="AD" clId="Web-{B0EDD7CE-4A6C-33C8-9DEF-9C996E406F34}" dt="2026-01-22T16:57:56.997" v="82" actId="20577"/>
        <pc:sldMkLst>
          <pc:docMk/>
          <pc:sldMk cId="2226861677" sldId="265"/>
        </pc:sldMkLst>
        <pc:spChg chg="mod">
          <ac:chgData name="Paul Han" userId="S::ihan@crimson.ua.edu::31d07974-4cbb-4e78-b4f1-cf725bc8692c" providerId="AD" clId="Web-{B0EDD7CE-4A6C-33C8-9DEF-9C996E406F34}" dt="2026-01-22T16:43:47.847" v="8" actId="20577"/>
          <ac:spMkLst>
            <pc:docMk/>
            <pc:sldMk cId="2226861677" sldId="265"/>
            <ac:spMk id="2" creationId="{E14AAACB-FA62-D447-02EC-44F203A0E4EF}"/>
          </ac:spMkLst>
        </pc:spChg>
        <pc:spChg chg="mod">
          <ac:chgData name="Paul Han" userId="S::ihan@crimson.ua.edu::31d07974-4cbb-4e78-b4f1-cf725bc8692c" providerId="AD" clId="Web-{B0EDD7CE-4A6C-33C8-9DEF-9C996E406F34}" dt="2026-01-22T16:57:56.997" v="82" actId="20577"/>
          <ac:spMkLst>
            <pc:docMk/>
            <pc:sldMk cId="2226861677" sldId="265"/>
            <ac:spMk id="3" creationId="{F66EB4E4-2B8F-0242-B1B8-7EEC8AC05DFE}"/>
          </ac:spMkLst>
        </pc:spChg>
      </pc:sldChg>
    </pc:docChg>
  </pc:docChgLst>
  <pc:docChgLst>
    <pc:chgData name="Kaiden Vandegrift" userId="1ff6bc35-6156-448d-8f2e-8c64c30a3c64" providerId="ADAL" clId="{D1D203E5-8041-4B00-B04F-F254B07FEBBC}"/>
    <pc:docChg chg="modSld">
      <pc:chgData name="Kaiden Vandegrift" userId="1ff6bc35-6156-448d-8f2e-8c64c30a3c64" providerId="ADAL" clId="{D1D203E5-8041-4B00-B04F-F254B07FEBBC}" dt="2026-01-22T17:54:37.130" v="380" actId="20577"/>
      <pc:docMkLst>
        <pc:docMk/>
      </pc:docMkLst>
      <pc:sldChg chg="modSp mod">
        <pc:chgData name="Kaiden Vandegrift" userId="1ff6bc35-6156-448d-8f2e-8c64c30a3c64" providerId="ADAL" clId="{D1D203E5-8041-4B00-B04F-F254B07FEBBC}" dt="2026-01-22T17:54:37.130" v="380" actId="20577"/>
        <pc:sldMkLst>
          <pc:docMk/>
          <pc:sldMk cId="0" sldId="260"/>
        </pc:sldMkLst>
        <pc:spChg chg="mod">
          <ac:chgData name="Kaiden Vandegrift" userId="1ff6bc35-6156-448d-8f2e-8c64c30a3c64" providerId="ADAL" clId="{D1D203E5-8041-4B00-B04F-F254B07FEBBC}" dt="2026-01-22T17:54:37.130" v="380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Kaiden Vandegrift" userId="1ff6bc35-6156-448d-8f2e-8c64c30a3c64" providerId="ADAL" clId="{D1D203E5-8041-4B00-B04F-F254B07FEBBC}" dt="2026-01-22T17:50:16.444" v="180" actId="12"/>
        <pc:sldMkLst>
          <pc:docMk/>
          <pc:sldMk cId="0" sldId="261"/>
        </pc:sldMkLst>
        <pc:spChg chg="mod">
          <ac:chgData name="Kaiden Vandegrift" userId="1ff6bc35-6156-448d-8f2e-8c64c30a3c64" providerId="ADAL" clId="{D1D203E5-8041-4B00-B04F-F254B07FEBBC}" dt="2026-01-22T17:50:16.444" v="180" actId="12"/>
          <ac:spMkLst>
            <pc:docMk/>
            <pc:sldMk cId="0" sldId="261"/>
            <ac:spMk id="3" creationId="{00000000-0000-0000-0000-000000000000}"/>
          </ac:spMkLst>
        </pc:spChg>
      </pc:sldChg>
    </pc:docChg>
  </pc:docChgLst>
  <pc:docChgLst>
    <pc:chgData name="Kaiden Vandegrift" userId="S::kvandegrift@crimson.ua.edu::1ff6bc35-6156-448d-8f2e-8c64c30a3c64" providerId="AD" clId="Web-{C7FD1DFA-ED21-5BA7-6FC0-38FC9A061F0A}"/>
    <pc:docChg chg="modSld">
      <pc:chgData name="Kaiden Vandegrift" userId="S::kvandegrift@crimson.ua.edu::1ff6bc35-6156-448d-8f2e-8c64c30a3c64" providerId="AD" clId="Web-{C7FD1DFA-ED21-5BA7-6FC0-38FC9A061F0A}" dt="2026-01-22T03:41:47.025" v="52" actId="20577"/>
      <pc:docMkLst>
        <pc:docMk/>
      </pc:docMkLst>
      <pc:sldChg chg="modSp">
        <pc:chgData name="Kaiden Vandegrift" userId="S::kvandegrift@crimson.ua.edu::1ff6bc35-6156-448d-8f2e-8c64c30a3c64" providerId="AD" clId="Web-{C7FD1DFA-ED21-5BA7-6FC0-38FC9A061F0A}" dt="2026-01-22T03:41:47.025" v="52" actId="20577"/>
        <pc:sldMkLst>
          <pc:docMk/>
          <pc:sldMk cId="0" sldId="261"/>
        </pc:sldMkLst>
        <pc:spChg chg="mod">
          <ac:chgData name="Kaiden Vandegrift" userId="S::kvandegrift@crimson.ua.edu::1ff6bc35-6156-448d-8f2e-8c64c30a3c64" providerId="AD" clId="Web-{C7FD1DFA-ED21-5BA7-6FC0-38FC9A061F0A}" dt="2026-01-22T03:41:47.025" v="52" actId="20577"/>
          <ac:spMkLst>
            <pc:docMk/>
            <pc:sldMk cId="0" sldId="261"/>
            <ac:spMk id="3" creationId="{00000000-0000-0000-0000-000000000000}"/>
          </ac:spMkLst>
        </pc:spChg>
      </pc:sldChg>
    </pc:docChg>
  </pc:docChgLst>
  <pc:docChgLst>
    <pc:chgData name="Paul Han" userId="S::ihan@crimson.ua.edu::31d07974-4cbb-4e78-b4f1-cf725bc8692c" providerId="AD" clId="Web-{25A4BA89-F346-B9F5-072A-C59F3000D912}"/>
    <pc:docChg chg="modSld">
      <pc:chgData name="Paul Han" userId="S::ihan@crimson.ua.edu::31d07974-4cbb-4e78-b4f1-cf725bc8692c" providerId="AD" clId="Web-{25A4BA89-F346-B9F5-072A-C59F3000D912}" dt="2026-01-21T23:44:27.770" v="28" actId="20577"/>
      <pc:docMkLst>
        <pc:docMk/>
      </pc:docMkLst>
      <pc:sldChg chg="modSp">
        <pc:chgData name="Paul Han" userId="S::ihan@crimson.ua.edu::31d07974-4cbb-4e78-b4f1-cf725bc8692c" providerId="AD" clId="Web-{25A4BA89-F346-B9F5-072A-C59F3000D912}" dt="2026-01-21T22:24:05.456" v="8" actId="14100"/>
        <pc:sldMkLst>
          <pc:docMk/>
          <pc:sldMk cId="0" sldId="256"/>
        </pc:sldMkLst>
        <pc:spChg chg="mod">
          <ac:chgData name="Paul Han" userId="S::ihan@crimson.ua.edu::31d07974-4cbb-4e78-b4f1-cf725bc8692c" providerId="AD" clId="Web-{25A4BA89-F346-B9F5-072A-C59F3000D912}" dt="2026-01-21T22:24:05.456" v="8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Paul Han" userId="S::ihan@crimson.ua.edu::31d07974-4cbb-4e78-b4f1-cf725bc8692c" providerId="AD" clId="Web-{25A4BA89-F346-B9F5-072A-C59F3000D912}" dt="2026-01-21T23:44:22.004" v="26" actId="20577"/>
        <pc:sldMkLst>
          <pc:docMk/>
          <pc:sldMk cId="0" sldId="259"/>
        </pc:sldMkLst>
        <pc:spChg chg="mod">
          <ac:chgData name="Paul Han" userId="S::ihan@crimson.ua.edu::31d07974-4cbb-4e78-b4f1-cf725bc8692c" providerId="AD" clId="Web-{25A4BA89-F346-B9F5-072A-C59F3000D912}" dt="2026-01-21T23:44:22.004" v="26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">
        <pc:chgData name="Paul Han" userId="S::ihan@crimson.ua.edu::31d07974-4cbb-4e78-b4f1-cf725bc8692c" providerId="AD" clId="Web-{25A4BA89-F346-B9F5-072A-C59F3000D912}" dt="2026-01-21T23:44:27.770" v="28" actId="20577"/>
        <pc:sldMkLst>
          <pc:docMk/>
          <pc:sldMk cId="2226861677" sldId="265"/>
        </pc:sldMkLst>
        <pc:spChg chg="mod">
          <ac:chgData name="Paul Han" userId="S::ihan@crimson.ua.edu::31d07974-4cbb-4e78-b4f1-cf725bc8692c" providerId="AD" clId="Web-{25A4BA89-F346-B9F5-072A-C59F3000D912}" dt="2026-01-21T23:44:27.770" v="28" actId="20577"/>
          <ac:spMkLst>
            <pc:docMk/>
            <pc:sldMk cId="2226861677" sldId="265"/>
            <ac:spMk id="3" creationId="{F66EB4E4-2B8F-0242-B1B8-7EEC8AC05D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4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3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22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218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098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8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61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4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47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8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43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92829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277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05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234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78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2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057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SXM GO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434754"/>
          </a:xfrm>
        </p:spPr>
        <p:txBody>
          <a:bodyPr>
            <a:normAutofit fontScale="92500" lnSpcReduction="20000"/>
          </a:bodyPr>
          <a:lstStyle/>
          <a:p>
            <a:r>
              <a:t>Taylor Knipe</a:t>
            </a:r>
          </a:p>
          <a:p>
            <a:r>
              <a:t>Oliver Skoczylas</a:t>
            </a:r>
            <a:endParaRPr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r>
              <a:t>Kaiden Vandegrift</a:t>
            </a:r>
            <a:endParaRPr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Paul 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1C02A-823A-6B59-2AB7-8C9936472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B4A6F-2663-8F04-1D17-D2E4C4BCA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ACDA7-DF68-28DD-1849-E28A29839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822097"/>
            <a:ext cx="7765322" cy="4058751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-305435"/>
            <a:r>
              <a:rPr lang="en-US" sz="22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SXM GO is sponsored by the Capstone Agency, a student-led organization here on campus</a:t>
            </a:r>
          </a:p>
          <a:p>
            <a:pPr indent="-305435"/>
            <a:r>
              <a:rPr lang="en-US" sz="22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The Capstone Agency faculty advisor runs the "UA in the Caribbean" study abroad program, which visits the island of St. Maarten</a:t>
            </a:r>
          </a:p>
          <a:p>
            <a:pPr indent="-305435"/>
            <a:r>
              <a:rPr lang="en-US" sz="22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Faculty have formed many relationships with local business owners on the island, and they've found a key problem: some businesses are hardly reached by tourism while others thrive</a:t>
            </a:r>
          </a:p>
          <a:p>
            <a:pPr indent="-305435"/>
            <a:r>
              <a:rPr lang="en-US" sz="22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SXM GO is the solution: providing travelers with incentive to visit as many locations on the island as they can</a:t>
            </a:r>
          </a:p>
          <a:p>
            <a:pPr indent="-305435"/>
            <a:endParaRPr lang="en-US" sz="22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endParaRPr lang="en-US" sz="22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94196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The goal of the platform is to bring more tourists to the lesser-served parts of the island</a:t>
            </a:r>
          </a:p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The driving factors behind SXM GO:</a:t>
            </a:r>
          </a:p>
          <a:p>
            <a:pPr marL="719455" lvl="1" indent="-269875">
              <a:buFont typeface="Courier New" charset="2"/>
              <a:buChar char="o"/>
            </a:pPr>
            <a:r>
              <a:rPr lang="en-US" sz="20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Competition – users compete between friends, or with others around the world</a:t>
            </a:r>
          </a:p>
          <a:p>
            <a:pPr marL="719455" lvl="1" indent="-269875">
              <a:buFont typeface="Courier New" charset="2"/>
              <a:buChar char="o"/>
            </a:pPr>
            <a:r>
              <a:rPr lang="en-US" sz="20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Incentive – the app would offer monetary rewards for passing point thresholds or completing certain challenges</a:t>
            </a:r>
          </a:p>
          <a:p>
            <a:pPr marL="719455" lvl="1" indent="-269875">
              <a:buFont typeface="Courier New" charset="2"/>
              <a:buChar char="o"/>
            </a:pPr>
            <a:r>
              <a:rPr lang="en-US" sz="20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Sponsorship – local businesses would pay to have their business profile on the app, which allows them to have specialized activities on the map</a:t>
            </a:r>
          </a:p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This style of application will benefit both travelers and local businesses by encouraging total exploration and activity participation</a:t>
            </a:r>
          </a:p>
          <a:p>
            <a:pPr indent="-305435"/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ea typeface="+mn-lt"/>
                <a:cs typeface="+mn-lt"/>
              </a:rPr>
              <a:t>🗺️ Interactive Google Maps-style island exploration</a:t>
            </a: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ea typeface="+mn-lt"/>
                <a:cs typeface="+mn-lt"/>
              </a:rPr>
              <a:t>🏆 Real-time leaderboards and competitive gameplay</a:t>
            </a:r>
            <a:endParaRPr lang="en-US"/>
          </a:p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ea typeface="+mn-lt"/>
                <a:cs typeface="+mn-lt"/>
              </a:rPr>
              <a:t>✅ Location-based challenges and achievements</a:t>
            </a:r>
            <a:endParaRPr lang="en-US"/>
          </a:p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ea typeface="+mn-lt"/>
                <a:cs typeface="+mn-lt"/>
              </a:rPr>
              <a:t>📍 Check-in system for local businesses and attractions</a:t>
            </a:r>
            <a:endParaRPr lang="en-US"/>
          </a:p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ea typeface="+mn-lt"/>
                <a:cs typeface="+mn-lt"/>
              </a:rPr>
              <a:t>🎯 Custom itinerary creation and sharing</a:t>
            </a:r>
            <a:endParaRPr lang="en-US"/>
          </a:p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ea typeface="+mn-lt"/>
                <a:cs typeface="+mn-lt"/>
              </a:rPr>
              <a:t>📊 Strava-style activity tracking with route visualization</a:t>
            </a:r>
            <a:endParaRPr lang="en-US"/>
          </a:p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  <a:ea typeface="+mn-lt"/>
                <a:cs typeface="+mn-lt"/>
              </a:rPr>
              <a:t>👥 Group competition and social features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B615E-0210-5471-DD5C-8F7AA22C4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AAACB-FA62-D447-02EC-44F203A0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Features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EB4E4-2B8F-0242-B1B8-7EEC8AC05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Ability for businesses to add a profile with their location and a brief description</a:t>
            </a:r>
          </a:p>
          <a:p>
            <a:pPr marL="719455" lvl="1" indent="-269875">
              <a:buFont typeface="Courier New" charset="2"/>
              <a:buChar char="o"/>
            </a:pPr>
            <a:r>
              <a:rPr lang="en-US" sz="20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microtransactions</a:t>
            </a:r>
          </a:p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Tutorial for new users explaining the app's functionality and usage</a:t>
            </a:r>
          </a:p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Quiz feature to gauge user in events</a:t>
            </a:r>
          </a:p>
          <a:p>
            <a:pPr marL="719455" lvl="1" indent="-269875">
              <a:buFont typeface="Courier New" charset="2"/>
              <a:buChar char="o"/>
            </a:pPr>
            <a:r>
              <a:rPr lang="en-US" sz="20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music/entertainment vs. museums/historical sites, etc.</a:t>
            </a:r>
          </a:p>
          <a:p>
            <a:pPr indent="-305435"/>
            <a:endParaRPr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686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05435"/>
            <a:r>
              <a:rPr lang="en-US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@react-native-community/geolocation for location tracking</a:t>
            </a:r>
            <a:endParaRPr lang="en-US"/>
          </a:p>
          <a:p>
            <a:pPr indent="-305435"/>
            <a:r>
              <a:rPr lang="en-US"/>
              <a:t>OpenStreetMap for interactive map</a:t>
            </a:r>
          </a:p>
          <a:p>
            <a:r>
              <a:rPr lang="en-US" err="1"/>
              <a:t>Supabase</a:t>
            </a:r>
            <a:r>
              <a:rPr lang="en-US"/>
              <a:t> for database of users and activities/locations</a:t>
            </a:r>
          </a:p>
          <a:p>
            <a:r>
              <a:rPr lang="en-US"/>
              <a:t>Google or Apple authentication for user accounts</a:t>
            </a:r>
          </a:p>
          <a:p>
            <a:pPr lvl="1"/>
            <a:r>
              <a:rPr lang="en-US"/>
              <a:t>Dependent on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05435"/>
            <a:r>
              <a:rPr lang="en-US"/>
              <a:t>React Native for cross platform mobile development</a:t>
            </a:r>
          </a:p>
          <a:p>
            <a:pPr marL="380365" indent="-342900"/>
            <a:r>
              <a:rPr lang="en-US"/>
              <a:t>Deployment</a:t>
            </a:r>
          </a:p>
          <a:p>
            <a:pPr lvl="1" indent="-305435"/>
            <a:r>
              <a:rPr lang="en-US"/>
              <a:t>Android</a:t>
            </a:r>
          </a:p>
          <a:p>
            <a:pPr lvl="2" indent="-305435"/>
            <a:r>
              <a:rPr lang="en-US"/>
              <a:t>Android Studio</a:t>
            </a:r>
          </a:p>
          <a:p>
            <a:pPr lvl="1" indent="-305435"/>
            <a:r>
              <a:rPr lang="en-US"/>
              <a:t>Apple</a:t>
            </a:r>
          </a:p>
          <a:p>
            <a:pPr lvl="2" indent="-305435"/>
            <a:r>
              <a:rPr lang="en-US"/>
              <a:t>Xcode</a:t>
            </a:r>
          </a:p>
          <a:p>
            <a:pPr indent="-305435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Apps / Competitors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4DB338-7D4D-7F02-4FEA-E76528A2CD2E}"/>
              </a:ext>
            </a:extLst>
          </p:cNvPr>
          <p:cNvSpPr txBox="1"/>
          <p:nvPr/>
        </p:nvSpPr>
        <p:spPr>
          <a:xfrm>
            <a:off x="559558" y="1732450"/>
            <a:ext cx="7899096" cy="47643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05435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Pokémon GO Location-based AR game with exploration mechanics and competitive elements. Proven model for turning real-world locations into game objectives.</a:t>
            </a: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342900" indent="-305435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Geocaching Treasure-hunting app using GPS. Users create and discover hidden locations worldwide with community-driven content.</a:t>
            </a: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342900" indent="-305435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Foursquare / Swarm Check-in app with gamification features, badges, and leaderboards for visiting locations. Social competition model.</a:t>
            </a: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342900" indent="-305435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TripAdvisor Tourism discovery platform with reviews and itineraries. Strong in local business listings but lacks gamification.</a:t>
            </a: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342900" indent="-305435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Google Maps Lists Users can create and share lists of places. Lacks competitive elements and structured itinerary tracking.</a:t>
            </a: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342900" indent="-305435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US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Zombie Run / Adventure Apps Location-based gaming apps that turn exploration into narrative experiences with rewards.</a:t>
            </a: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342900" indent="-305435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endParaRPr lang="en-US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2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Priority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C71F1-7131-DFEA-97A1-C8CF625A6ED9}"/>
              </a:ext>
            </a:extLst>
          </p:cNvPr>
          <p:cNvSpPr txBox="1"/>
          <p:nvPr/>
        </p:nvSpPr>
        <p:spPr>
          <a:xfrm>
            <a:off x="395785" y="1580050"/>
            <a:ext cx="7861111" cy="53091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05435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US" sz="20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1. Local Business Buy-In &amp; Partnerships Securing participation from restaurants, attractions, and shops requires strong value proposition and incentive structures.</a:t>
            </a:r>
          </a:p>
          <a:p>
            <a:pPr marL="342900" indent="-305435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US" sz="20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2. GPS Accuracy &amp; Location Verification Ensuring reliable check-ins without false positives. Challenges include GPS drift, battery use, and fraud prevention.</a:t>
            </a:r>
          </a:p>
          <a:p>
            <a:pPr marL="342900" indent="-305435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US" sz="20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3. User Acquisition &amp; Critical Mass Building initial user base in niche tourism market. Leaderboards need active users and targeted marketing.</a:t>
            </a:r>
          </a:p>
          <a:p>
            <a:pPr marL="342900" indent="-305435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US" sz="20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4. Data Privacy &amp; Cloud Infrastructure Handling location data responsibly. Need secure backend for real-time leaderboards and GDPR compliance.</a:t>
            </a:r>
          </a:p>
          <a:p>
            <a:pPr marL="342900" indent="-305435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</a:pPr>
            <a:r>
              <a:rPr lang="en-US" sz="20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rPr>
              <a:t>5. Content Curation &amp; Quality Control Creating compelling itineraries that showcase the best of St. Maarten.</a:t>
            </a:r>
          </a:p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ccab473c-064c-4c61-8ef3-0c94a3d35594" ContentTypeId="0x0101" PreviousValue="false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54CB928513F446B8E4D56BDC5BF336" ma:contentTypeVersion="7" ma:contentTypeDescription="Create a new document." ma:contentTypeScope="" ma:versionID="8d21669948eea94e6d5a63e1a32d39e5">
  <xsd:schema xmlns:xsd="http://www.w3.org/2001/XMLSchema" xmlns:xs="http://www.w3.org/2001/XMLSchema" xmlns:p="http://schemas.microsoft.com/office/2006/metadata/properties" xmlns:ns2="9a87d4cb-a7b7-4798-b239-14f550b9518e" targetNamespace="http://schemas.microsoft.com/office/2006/metadata/properties" ma:root="true" ma:fieldsID="3e6c2429d72e88a38e44d41c68e8e1d3" ns2:_="">
    <xsd:import namespace="9a87d4cb-a7b7-4798-b239-14f550b951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87d4cb-a7b7-4798-b239-14f550b951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B3587C0-DEBA-4BC8-A410-E5C0E5C319DA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AB8869C1-08BB-406B-9969-B106A613F4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211384-EF87-43FF-ACD9-4ED28C3D96A4}">
  <ds:schemaRefs>
    <ds:schemaRef ds:uri="9a87d4cb-a7b7-4798-b239-14f550b951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F8619540-4C7E-4134-8F6F-F921D1D1EA08}">
  <ds:schemaRefs>
    <ds:schemaRef ds:uri="9a87d4cb-a7b7-4798-b239-14f550b951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Application>Microsoft Office PowerPoint</Application>
  <PresentationFormat>On-screen Show (4:3)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Slate</vt:lpstr>
      <vt:lpstr>SXM GO</vt:lpstr>
      <vt:lpstr>Background</vt:lpstr>
      <vt:lpstr>Application Overview</vt:lpstr>
      <vt:lpstr>Core Features</vt:lpstr>
      <vt:lpstr>Additional Features</vt:lpstr>
      <vt:lpstr>Technical Details</vt:lpstr>
      <vt:lpstr>Development Environment</vt:lpstr>
      <vt:lpstr>Related Apps / Competitors</vt:lpstr>
      <vt:lpstr>High Priority Challenges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2026-01-22T18:03:04Z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0x0101001154CB928513F446B8E4D56BDC5BF336</vt:lpwstr>
  </property>
</Properties>
</file>