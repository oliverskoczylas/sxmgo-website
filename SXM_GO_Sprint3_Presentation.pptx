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22030"/>
          </a:solidFill>
          <a:ln w="12700">
            <a:solidFill>
              <a:srgbClr val="12203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365760" y="4572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SXM GO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A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Gamified Island Exploration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828800"/>
            <a:ext cx="1097280" cy="64008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2057400"/>
            <a:ext cx="1371600" cy="1097280"/>
          </a:xfrm>
          <a:prstGeom prst="ellipse">
            <a:avLst/>
          </a:prstGeom>
          <a:solidFill>
            <a:srgbClr val="1E3550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0574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A0B4"/>
                </a:solidFill>
              </a:rPr>
              <a:t>TK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3200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0B4"/>
                </a:solidFill>
              </a:rPr>
              <a:t>Taylor Knipe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0" y="2057400"/>
            <a:ext cx="1371600" cy="1097280"/>
          </a:xfrm>
          <a:prstGeom prst="ellipse">
            <a:avLst/>
          </a:prstGeom>
          <a:solidFill>
            <a:srgbClr val="1E3550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0" y="20574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A0B4"/>
                </a:solidFill>
              </a:rPr>
              <a:t>KV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3200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0B4"/>
                </a:solidFill>
              </a:rPr>
              <a:t>Kaiden Vandegrift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3383280"/>
            <a:ext cx="1371600" cy="1097280"/>
          </a:xfrm>
          <a:prstGeom prst="ellipse">
            <a:avLst/>
          </a:prstGeom>
          <a:solidFill>
            <a:srgbClr val="1E3550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33832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A0B4"/>
                </a:solidFill>
              </a:rPr>
              <a:t>OS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" y="4526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0B4"/>
                </a:solidFill>
              </a:rPr>
              <a:t>Oliver Skoczylas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86000" y="3383280"/>
            <a:ext cx="1371600" cy="1097280"/>
          </a:xfrm>
          <a:prstGeom prst="ellipse">
            <a:avLst/>
          </a:prstGeom>
          <a:solidFill>
            <a:srgbClr val="1E3550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33832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A0B4"/>
                </a:solidFill>
              </a:rPr>
              <a:t>PH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286000" y="4526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0B4"/>
                </a:solidFill>
              </a:rPr>
              <a:t>Paul Han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0" y="0"/>
            <a:ext cx="36576" cy="5143500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828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850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SPRINT 3</a:t>
            </a:r>
            <a:endParaRPr lang="en-US" sz="7200" dirty="0"/>
          </a:p>
        </p:txBody>
      </p:sp>
      <p:sp>
        <p:nvSpPr>
          <p:cNvPr id="20" name="Text 18"/>
          <p:cNvSpPr/>
          <p:nvPr/>
        </p:nvSpPr>
        <p:spPr>
          <a:xfrm>
            <a:off x="4754880" y="14173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09160" y="1920240"/>
            <a:ext cx="4297680" cy="22860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00600" y="1965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03A"/>
                </a:solidFill>
              </a:rPr>
              <a:t>TEAM MEMBERS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00600" y="228600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EDF2"/>
                </a:solidFill>
              </a:rPr>
              <a:t>Oliver Skoczylas (Dev 1) – Auth, Security &amp; GDPR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EDF2"/>
                </a:solidFill>
              </a:rPr>
              <a:t>Kaiden Vandegrift (Dev 2) – Map, Route Tracking &amp; Polish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EDF2"/>
                </a:solidFill>
              </a:rPr>
              <a:t>Taylor Knipe (Dev 3) – Activity Tracking &amp; Badge Tiers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E8EDF2"/>
                </a:solidFill>
              </a:rPr>
              <a:t>Paul Han (Dev 4) – Social Features, Itineraries &amp; Notifications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42976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0B4"/>
                </a:solidFill>
              </a:rPr>
              <a:t>https://sxmgo.vercel.app/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A0B4"/>
                </a:solidFill>
              </a:rPr>
              <a:t>https://github.com/OliverSkoczylas/SXM-GO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22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22030"/>
          </a:solidFill>
          <a:ln w="12700">
            <a:solidFill>
              <a:srgbClr val="12203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468172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A0B4"/>
                </a:solidFill>
              </a:rPr>
              <a:t>TARGET: Cruise passengers · Resort guests · Independent travelers · Local businesses seeking foot traffic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4023360" cy="37033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868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503A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</a:rPr>
              <a:t>St. Maarten has 37 beaches, 2 nations, and countless local businesses — yet tourists explore only a fraction of what the island offers.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</a:rPr>
              <a:t>After two sprints of core infrastructure, the app now needs social depth, activity logging, and beta readiness to drive engagement and retention.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822960"/>
            <a:ext cx="4023360" cy="3703320"/>
          </a:xfrm>
          <a:prstGeom prst="rect">
            <a:avLst/>
          </a:prstGeom>
          <a:solidFill>
            <a:srgbClr val="C43E2A"/>
          </a:solidFill>
          <a:ln w="12700">
            <a:solidFill>
              <a:srgbClr val="C43E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868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83480" y="123444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Friend system &amp; group competition for social engagement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Itinerary builder: curated + custom routes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Activity route tracking with stats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Full push notification pipeline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GDPR/CCPA compliance for EU market readiness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Beta-ready app with accessibility polish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22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SPRINT 2 REVIEW · SPRINT 3 KICKOFF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777240"/>
            <a:ext cx="2834640" cy="18288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777240"/>
            <a:ext cx="54864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22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8503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Social OAuth (Google &amp; Apple)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1280160"/>
            <a:ext cx="8229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2801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20040" y="152704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Full OAuth 2.0 flow live; tokens secured in Keychain/Keystore; Supabase Auth integrated.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0040" y="24048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834640" cy="18288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54864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46120" y="822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8503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50+ Location Map + Offline Cache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91840" y="1280160"/>
            <a:ext cx="8229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12801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291840" y="152704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All 50+ St. Maarten pins seeded with category icons; offline tile caching live; QR fallback check-in operational.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24048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2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26480" y="777240"/>
            <a:ext cx="2834640" cy="18288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777240"/>
            <a:ext cx="54864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822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63640" y="85039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Badge &amp; Challenge Pipeline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1280160"/>
            <a:ext cx="8229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12801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263640" y="152704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Badge unlock logic wired to check-in events; challenge progress UI live for all 4 badges; Bronze/Silver/Gold tier models added.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24048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3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2880" y="2788920"/>
            <a:ext cx="2834640" cy="18288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82880" y="2788920"/>
            <a:ext cx="54864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2834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0040" y="286207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Weekly &amp; Monthly Leaderboards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3291840"/>
            <a:ext cx="8229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2918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20040" y="353872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Weekly leaderboard resets every Monday; monthly leaderboard operational; push notification infrastructure (FCM) set up.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0040" y="441655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4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154680" y="2788920"/>
            <a:ext cx="2834640" cy="18288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154680" y="2788920"/>
            <a:ext cx="54864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46120" y="2834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291840" y="286207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GPS Anti-Fraud + TLS Hardening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91840" y="3291840"/>
            <a:ext cx="8229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2918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291840" y="353872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Impossible-travel-speed detection live; QR fallback for poor GPS; TLS rate limiting on all routes.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91840" y="441655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2 / Dev 1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26480" y="2788920"/>
            <a:ext cx="2834640" cy="18288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126480" y="2788920"/>
            <a:ext cx="54864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7920" y="2834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263640" y="286207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Itinerary Data Model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63640" y="3291840"/>
            <a:ext cx="8229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32918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263640" y="353872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Data model finalized; creation screen skeleton built; full UI deferred to Sprint 3.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263640" y="441655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22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PRIORITIZED SPRINT 3 GOALS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777240"/>
            <a:ext cx="429768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777240"/>
            <a:ext cx="502920" cy="1143000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77724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83210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Itinerary Builder UI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161288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Full itinerary creation and editing UI (3–20 stops); pre-made routes: Foodie, Beach Hopper, Cultural Explorer; share via unique link + QR code.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Owner: Dev 4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777240"/>
            <a:ext cx="429768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777240"/>
            <a:ext cx="502920" cy="1143000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77724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57800" y="83210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Activity Route Tracking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57800" y="1161288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GPS start/stop route recording; route displayed on map; activity statistics: distance, duration, pace, elevation.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Owner: Dev 3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82880" y="2103120"/>
            <a:ext cx="429768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82880" y="2103120"/>
            <a:ext cx="502920" cy="1143000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2880" y="2103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215798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Friend System &amp; Groups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2487168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Friend search, requests, and profiles; group competition with invite codes and group leaderboard.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301752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Owner: Dev 1 &amp; Dev 4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103120"/>
            <a:ext cx="429768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103120"/>
            <a:ext cx="502920" cy="1143000"/>
          </a:xfrm>
          <a:prstGeom prst="rect">
            <a:avLst/>
          </a:prstGeom>
          <a:solidFill>
            <a:srgbClr val="122030"/>
          </a:solidFill>
          <a:ln w="12700">
            <a:solidFill>
              <a:srgbClr val="12203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2103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P2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257800" y="215798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Full Push Notification Pipeline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57800" y="2487168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End-to-end FCM/APNs delivery for badge, challenge, and leaderboard events; &lt;30s delivery SLA.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257800" y="301752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Owner: Dev 4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2880" y="3429000"/>
            <a:ext cx="429768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82880" y="3429000"/>
            <a:ext cx="502920" cy="1143000"/>
          </a:xfrm>
          <a:prstGeom prst="rect">
            <a:avLst/>
          </a:prstGeom>
          <a:solidFill>
            <a:srgbClr val="122030"/>
          </a:solidFill>
          <a:ln w="12700">
            <a:solidFill>
              <a:srgbClr val="12203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2880" y="3429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P2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77240" y="348386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GDPR/CCPA Compliance + Profile UI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3813048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Data export (JSON), consent controls, deletion; profile update screen (name, photo, preferences).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7240" y="434340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Owner: Dev 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3429000"/>
            <a:ext cx="429768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3429000"/>
            <a:ext cx="502920" cy="1143000"/>
          </a:xfrm>
          <a:prstGeom prst="rect">
            <a:avLst/>
          </a:prstGeom>
          <a:solidFill>
            <a:srgbClr val="1E3550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3429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257800" y="348386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Map Polish &amp; Infra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57800" y="3813048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Route overlay on map; location detail view polish; clustering for 50+ pins; Supabase paid tier upgrade; WCAG 2.1 AA accessibility audit.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257800" y="434340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Owner: Dev 2 / All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22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BACKLOG · SPRINT BACKLOG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777240"/>
            <a:ext cx="4023360" cy="42519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822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03A"/>
                </a:solidFill>
              </a:rPr>
              <a:t>PROJECT BACKLOG (Selected Items)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1170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FR-001–013  User Auth &amp; Profiles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017520" y="1207008"/>
            <a:ext cx="10515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0" y="120700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DONE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0040" y="1508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FR-014–026  Map, Locations &amp; Check-In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017520" y="1545336"/>
            <a:ext cx="10515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17520" y="154533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DONE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20040" y="1847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FR-027–035  GPS Anti-Fraud &amp; Security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17520" y="1883664"/>
            <a:ext cx="10515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188366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DONE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20040" y="21854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FR-036–043  Points, Badges &amp; Challenges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17520" y="2221992"/>
            <a:ext cx="10515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0" y="222199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DONE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0040" y="25237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FR-072–075  Leaderboard System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17520" y="2560320"/>
            <a:ext cx="1051560" cy="20116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0" y="256032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DONE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20040" y="28620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FR-044–058  Itinerary System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017520" y="2898648"/>
            <a:ext cx="10515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17520" y="289864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2004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FR-084–096  Activity / Route Tracking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017520" y="3236976"/>
            <a:ext cx="10515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0" y="323697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20040" y="35387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FR-097–103  Social Features &amp; Friends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017520" y="3575304"/>
            <a:ext cx="10515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17520" y="357530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20040" y="38770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</a:rPr>
              <a:t>TR-027–035  GDPR / Compliance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017520" y="3913632"/>
            <a:ext cx="10515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17520" y="39136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434840" y="777240"/>
            <a:ext cx="4526280" cy="4251960"/>
          </a:xfrm>
          <a:prstGeom prst="rect">
            <a:avLst/>
          </a:prstGeom>
          <a:solidFill>
            <a:srgbClr val="1E3550"/>
          </a:solidFill>
          <a:ln w="12700">
            <a:solidFill>
              <a:srgbClr val="1E35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72000" y="822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03A"/>
                </a:solidFill>
              </a:rPr>
              <a:t>SPRINT 3 BACKLOG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0" y="1225296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1143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Itinerary Builder UI (create, edit, share)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543800" y="11430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4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0" y="1506017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1423721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Pre-made itineraries (Foodie, Beach, Cultural)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543800" y="1423721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4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72000" y="1786738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170444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Full push notification delivery pipeline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543800" y="170444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4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000" y="2067458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198516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Group competition &amp; invite code system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543800" y="198516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4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0" y="2348179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0" y="2265883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Friend system UI (search, requests, profiles)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543800" y="2265883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1 &amp; 4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72000" y="2628900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54880" y="25466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Friend system backend (send/accept/decline)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3800" y="25466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1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572000" y="2909621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0" y="282732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GPS activity route tracking (start/stop)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7543800" y="2827325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572000" y="3190342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54880" y="31080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Activity statistics screen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543800" y="310804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3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572000" y="3471062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54880" y="338876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Streak bonus &amp; badge tier UI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543800" y="338876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3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572000" y="3751783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54880" y="3669487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Route visualization overlay on map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7543800" y="3669487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2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572000" y="4032504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754880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Location detail view polish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7543800" y="3950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2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572000" y="4313225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54880" y="4230929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Profile update UI &amp; GDPR compliance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7543800" y="4230929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1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72000" y="4593946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754880" y="451165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Supabase paid tier + clustering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7543800" y="451165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Dev 2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572000" y="4874666"/>
            <a:ext cx="91440" cy="91440"/>
          </a:xfrm>
          <a:prstGeom prst="ellipse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54880" y="479237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Accessibility audit (WCAG 2.1 AA)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7543800" y="479237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503A"/>
                </a:solidFill>
              </a:rPr>
              <a:t>All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22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🔒 CYBERSECURITY ASSESSMENT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777240"/>
            <a:ext cx="4297680" cy="457200"/>
          </a:xfrm>
          <a:prstGeom prst="rect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" y="1234440"/>
            <a:ext cx="4297680" cy="15544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503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Authentication Security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74720" y="868680"/>
            <a:ext cx="914400" cy="274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868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20040" y="1298448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Passwords bcrypt hashed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JWTs in Keychain/Keystore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Sessions expire 30d; rate limiting 5/min on login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Google &amp; Apple OAuth live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777240"/>
            <a:ext cx="4297680" cy="457200"/>
          </a:xfrm>
          <a:prstGeom prst="rect">
            <a:avLst/>
          </a:prstGeom>
          <a:solidFill>
            <a:srgbClr val="3A2A10"/>
          </a:solidFill>
          <a:ln w="12700">
            <a:solidFill>
              <a:srgbClr val="3A2A1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234440"/>
            <a:ext cx="4297680" cy="15544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8503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Privacy &amp; GDPR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55280" y="868680"/>
            <a:ext cx="914400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868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IN PROGRESS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800600" y="1298448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HTTPS/TLS 1.3 on all endpoints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GDPR data export endpoint (Sprint 3)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CCPA consent controls (Sprint 3)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User deletion operational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2880" y="2926080"/>
            <a:ext cx="4297680" cy="457200"/>
          </a:xfrm>
          <a:prstGeom prst="rect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2880" y="3383280"/>
            <a:ext cx="4297680" cy="15544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999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GPS Anti-Fraud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74720" y="3017520"/>
            <a:ext cx="914400" cy="274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0" y="3017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20040" y="3447288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Impossible-travel-speed detection live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Mock location flag detection active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QR code fallback for poor GPS zones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Manual review queue for flagged check-ins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2926080"/>
            <a:ext cx="4297680" cy="457200"/>
          </a:xfrm>
          <a:prstGeom prst="rect">
            <a:avLst/>
          </a:prstGeom>
          <a:solidFill>
            <a:srgbClr val="3A2A10"/>
          </a:solidFill>
          <a:ln w="12700">
            <a:solidFill>
              <a:srgbClr val="3A2A1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383280"/>
            <a:ext cx="4297680" cy="15544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999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API Security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55280" y="3017520"/>
            <a:ext cx="914400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0" y="3017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IN PROGRESS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800600" y="3447288"/>
            <a:ext cx="4069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API keys server-side via proxy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Input validation on all endpoints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SQL injection protection via Supabase ORM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E8EDF2"/>
                </a:solidFill>
              </a:rPr>
              <a:t>OWASP Top 10 audit planned Sprint 3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22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 COMPLETED · LESSONS LEARNED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777240"/>
            <a:ext cx="4023360" cy="4251960"/>
          </a:xfrm>
          <a:prstGeom prst="rect">
            <a:avLst/>
          </a:prstGeom>
          <a:solidFill>
            <a:srgbClr val="C43E2A"/>
          </a:solidFill>
          <a:ln w="12700">
            <a:solidFill>
              <a:srgbClr val="C43E2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822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NOT CARRIED INTO SPRINT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Facebook OAuth (Dev 1)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48132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D5CF"/>
                </a:solidFill>
              </a:rPr>
              <a:t>Post-MVP; Google/Apple prioritized per requirements document.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Photo Verification (Dev 2)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267004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D5CF"/>
                </a:solidFill>
              </a:rPr>
              <a:t>Optional feature; deferred pending sponsor feedback on value.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3566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Multi-language Support (Dev 3)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85876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D5CF"/>
                </a:solidFill>
              </a:rPr>
              <a:t>Scoped post-MVP; English-first launch for beta.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34840" y="777240"/>
            <a:ext cx="4526280" cy="42519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822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503A"/>
                </a:solidFill>
              </a:rPr>
              <a:t>LESSONS LEARNED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1704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1. Push Notification Infra ≠ Push Delivery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1444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FCM setup does not mean end-to-end delivery. Always test full send-to-receive loop before marking done.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0" y="19476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2. Social Features Require Backend-First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22219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Friend system backend and group data model must be done before any UI work starts.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72000" y="27249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3. Deferred Features Compound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29992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Three features deferred from Sprint 2 landed in Sprint 3 alongside new scope. Keep sprint scope tight.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72000" y="35021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4. Beta Readiness Is Its Own Work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37764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GDPR, accessibility, and performance work is non-trivial — don't schedule it as a cleanup task.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72000" y="42793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5. Itinerary UI Is Complex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0" y="45537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Drag-and-drop reordering and deep linking require more frontend complexity than estimated.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22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CONTRIBUTIONS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777240"/>
            <a:ext cx="4297680" cy="20116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" y="777240"/>
            <a:ext cx="4297680" cy="54864"/>
          </a:xfrm>
          <a:prstGeom prst="rect">
            <a:avLst/>
          </a:prstGeom>
          <a:solidFill>
            <a:srgbClr val="E8503A"/>
          </a:solidFill>
          <a:ln w="12700">
            <a:solidFill>
              <a:srgbClr val="E850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Developer 1 – Oliver Skoczylas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197864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A0B4"/>
                </a:solidFill>
              </a:rPr>
              <a:t>Auth, Security &amp; GDPR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0040" y="14356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503A"/>
                </a:solidFill>
              </a:rPr>
              <a:t>Completing: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1627632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Profile update UI, GDPR data export + consent, friend system backend, security audit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0040" y="235000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E8503A"/>
                </a:solidFill>
              </a:rPr>
              <a:t>Next: Penetration test remediation, session multi-device logout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63440" y="777240"/>
            <a:ext cx="4297680" cy="20116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777240"/>
            <a:ext cx="4297680" cy="54864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8686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Developer 2 – Kaiden Vandegrift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1197864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A0B4"/>
                </a:solidFill>
              </a:rPr>
              <a:t>Map, Route &amp; Polish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00600" y="14356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</a:rPr>
              <a:t>Completing: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00600" y="1627632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Route overlay on map, location detail polish, map clustering, Supabase upgrade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00600" y="235000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2196F3"/>
                </a:solidFill>
              </a:rPr>
              <a:t>Next: Photo verification (optional), map tile compression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82880" y="2926080"/>
            <a:ext cx="4297680" cy="20116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82880" y="2926080"/>
            <a:ext cx="429768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3017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Developer 3 – Taylor Knipe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3346704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A0B4"/>
                </a:solidFill>
              </a:rPr>
              <a:t>Gamification &amp; Activity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" y="358444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Completing: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" y="3776472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GPS route tracking, activity statistics, streak bonus UI, badge tier progress rings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449884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22C55E"/>
                </a:solidFill>
              </a:rPr>
              <a:t>Next: Integration test suite for full activity pipeline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2926080"/>
            <a:ext cx="4297680" cy="20116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2926080"/>
            <a:ext cx="4297680" cy="54864"/>
          </a:xfrm>
          <a:prstGeom prst="rect">
            <a:avLst/>
          </a:prstGeom>
          <a:solidFill>
            <a:srgbClr val="9C27B0"/>
          </a:solidFill>
          <a:ln w="12700">
            <a:solidFill>
              <a:srgbClr val="9C27B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017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Developer 4 – Paul Han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3346704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A0B4"/>
                </a:solidFill>
              </a:rPr>
              <a:t>Social, Itineraries &amp; Notifications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800600" y="358444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27B0"/>
                </a:solidFill>
              </a:rPr>
              <a:t>Completing: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776472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8EDF2"/>
                </a:solidFill>
              </a:rPr>
              <a:t>Itinerary builder UI, pre-made itineraries, share links/QR, push notifications end-to-end, group competition, friend UI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00600" y="449884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9C27B0"/>
                </a:solidFill>
              </a:rPr>
              <a:t>Next: Social media sharing, group analytics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9144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0" y="1920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BA0B4"/>
                </a:solidFill>
              </a:rPr>
              <a:t>Sprint 3 Feature Walkthrough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2560320"/>
            <a:ext cx="2011680" cy="23317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26060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50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</a:rPr>
              <a:t>Itinerary Builder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2560320"/>
            <a:ext cx="2011680" cy="23317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26060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50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65176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</a:rPr>
              <a:t>Activity Route Tracking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2560320"/>
            <a:ext cx="2011680" cy="23317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26060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50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93776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</a:rPr>
              <a:t>Friend System &amp; Groups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32320" y="2560320"/>
            <a:ext cx="2011680" cy="23317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32320" y="26060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50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7223760" y="3840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</a:rPr>
              <a:t>Push Notifications Live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SXM GO Sprint 3 Presentation</dc:title>
  <dc:subject>PptxGenJS Presentation</dc:subject>
  <dc:creator>PptxGenJS</dc:creator>
  <cp:lastModifiedBy>PptxGenJS</cp:lastModifiedBy>
  <cp:revision>1</cp:revision>
  <dcterms:created xsi:type="dcterms:W3CDTF">2026-04-20T21:19:38Z</dcterms:created>
  <dcterms:modified xsi:type="dcterms:W3CDTF">2026-04-20T21:19:38Z</dcterms:modified>
</cp:coreProperties>
</file>